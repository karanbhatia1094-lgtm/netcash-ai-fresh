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5C9C-9244-E5A6-7D9E-0191FC6BD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731BB-206C-975A-3893-0EE0CD58F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7B397-BB41-2CA3-D394-79B6BC0E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92811-88D6-A1A9-5476-77C67D3E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72C6D-8E37-5BCF-FD14-EDE07D2F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10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799C-58E2-F6BB-2571-17D8E0FD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008CC-E831-1291-2C57-4053FA261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11115-9EC3-9208-2A2B-CD770A89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26A93-FEEB-56EC-47E3-7FF2459C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D41A-0D59-47A6-8A9A-86FFB8B2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8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3393-03ED-E4F6-656D-906B65A6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C94F5-FB64-177A-62D5-76C64A2D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CC0FD-270E-7120-7404-FB2F9DC1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667D1-3A48-434A-28CE-C8E42758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5CDDD-1AAD-F8E3-D04C-4F417CA6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56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D9AA-27DF-C1C9-D023-33403E00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7879-2A7F-603E-DB23-61CEB6DAE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180FC-0677-3CA6-D242-B552BE6E8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0225A-9F2A-73E3-914E-C4AA2142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BC39A-6ECC-4F43-5DE1-E25BFB45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D4211-AB1F-0089-859D-48AAB9A2F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98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5B85-6FEB-A878-F29D-BFB01E38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CAD7C-3A94-C3D2-8E24-58865902E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E0E77-E018-7DE5-63DB-9EDE1519C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50241-812A-86F6-E34C-9E62E8F39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FEFD5-0D76-EC12-FD11-C82AD5C3E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CBCD5-3B3E-CD21-345E-555F6361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CC1F0-6ECE-2D81-5C8E-B8390A07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224A4-2BF7-C0F6-EAA2-E734F1B7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89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7C00-BDCB-4BE1-8282-A11F1F36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64C6-87B8-9629-4B51-2C4EC3E6B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27E19-E4F3-2278-3F72-A931CCE1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C7861-A023-D4B9-D364-3C41907C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68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79318-041A-DB78-6704-8F92DECF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86893-EB36-417A-7D5F-3A410DD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043EE-6F8B-A9CE-5AD6-458C9A0D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47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5E33-9A42-7A91-7F08-2DFC6160B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3192A-F33B-A7FB-81A6-168078FFB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F1C97-888A-4D47-BA5C-16572685B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EF492-D7B2-1635-00DD-38225906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F6D3D-1CF5-874B-87E0-4EBD77E1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CBB7-AC7A-0F2E-67D3-8095CEE32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98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3C26-07C0-649D-0998-A03236FC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7EAAC-F7D8-D477-0302-E6EC4DC46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3DE5D-E589-0E81-E8AD-623B38BD2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129A1-BE1A-6382-A6B9-630BECC7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2F5D2-FAA6-3D22-88D4-7C9A80E6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00935-85E3-2B0F-BDAE-AACC1676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92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79DB-1296-7630-FB56-FD650912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39D52-FEFD-397F-D50E-233F8D4A3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61B08-3122-99AA-20EF-37B540BD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2699-9D7B-7893-A5F5-5C5CADDC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154ED-4B36-1A2C-FA63-48D32EB9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14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827CE-8A4C-C3AE-DCFC-C00AFD695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49E45-2D45-B392-2E3A-9D55CC8CC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C2F75-4845-56F0-6DB6-324AEEE8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B47D2-B8F7-FC08-CD36-D6DCA369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F2D08-4893-ACA6-8F25-97C694A2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257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7358-C5FF-D750-80A8-B49890A6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03349-BBE5-0027-5809-2FDF9EE06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51502-2EFF-5F6B-0354-8F81B703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4DF8D-2352-BB28-1A7E-2496337F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11D1-6348-3034-8D14-3B8FBCB0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82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6C9F2-0789-2DDD-9C90-30AAAA40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D7379-F454-57F7-6046-1E5B44DF4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3A930-4A3B-5ADD-AA81-8599D3BE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4D922-ED9D-4244-A4C7-C853CD073E8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1BC36-635C-5CCC-D527-D435ABB7A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15880-5D7F-EFD3-A58E-80521FF8F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012A1-8D6D-45C0-8CCA-CBB5F72EA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51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6708D-A8C0-0E9B-A501-B148C4365C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Netcash.ai Product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7F0C7-4DBE-B6A8-9401-2B28790788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Shopify Embedded Profitability Analytics Platform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958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0D7F-962E-8525-4CF9-8AEB00E6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Product 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4FFEE-8194-34A3-11DC-23C5CD75C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Track real profitability, not just platform ROAS</a:t>
            </a:r>
          </a:p>
          <a:p>
            <a:r>
              <a:rPr lang="en-US"/>
              <a:t>Unify orders, campaign attribution, and spend in one system</a:t>
            </a:r>
          </a:p>
          <a:p>
            <a:r>
              <a:rPr lang="en-US"/>
              <a:t>Enable faster growth decisions with alerts and connector sync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77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57E8-3409-3585-6070-54E975EA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79B2F-4B74-DBEC-8513-B6D197DA3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Frontend: Remix embedded app in Shopify Admin</a:t>
            </a:r>
          </a:p>
          <a:p>
            <a:r>
              <a:rPr lang="en-US"/>
              <a:t>Backend: Remix loaders/actions + API routes</a:t>
            </a:r>
          </a:p>
          <a:p>
            <a:r>
              <a:rPr lang="en-US"/>
              <a:t>Data: Prisma ORM with NetCash domain models</a:t>
            </a:r>
          </a:p>
          <a:p>
            <a:r>
              <a:rPr lang="en-US"/>
              <a:t>Integrations: Push and pull connectors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4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D6E6-BBC8-0AD9-0A3C-6C502047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Core Data Pipelines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5FE13-1C6A-A996-EC94-88587CA0D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Order sync from Shopify Admin GraphQL</a:t>
            </a:r>
          </a:p>
          <a:p>
            <a:r>
              <a:rPr lang="en-IN"/>
              <a:t>Attribution ingest from external tools to /api/attribution</a:t>
            </a:r>
          </a:p>
          <a:p>
            <a:r>
              <a:rPr lang="en-IN"/>
              <a:t>Ad spend ingestion (manual + connector sync)</a:t>
            </a:r>
          </a:p>
          <a:p>
            <a:r>
              <a:rPr lang="en-IN"/>
              <a:t>KPI computation for gross, net cash, ROAS, real ROAS</a:t>
            </a:r>
          </a:p>
        </p:txBody>
      </p:sp>
    </p:spTree>
    <p:extLst>
      <p:ext uri="{BB962C8B-B14F-4D97-AF65-F5344CB8AC3E}">
        <p14:creationId xmlns:p14="http://schemas.microsoft.com/office/powerpoint/2010/main" val="154627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770E-525F-26C0-D352-46AFE2B0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Analytics Engine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F26EF-C8F0-5FA5-D8F4-AECA6A43D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 and campaign-level performance rollups</a:t>
            </a:r>
          </a:p>
          <a:p>
            <a:r>
              <a:rPr lang="en-US"/>
              <a:t>Attribution models: Last click, First click, Linear, Time decay</a:t>
            </a:r>
          </a:p>
          <a:p>
            <a:r>
              <a:rPr lang="en-US"/>
              <a:t>Incrementality heuristics: Paid vs Direct + weekly cohorts</a:t>
            </a:r>
          </a:p>
          <a:p>
            <a:r>
              <a:rPr lang="en-US"/>
              <a:t>Order-level journey and line-item transparency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12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ECC49-7929-B379-8BF4-C86F5124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Connector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D5256-DBA7-FDE3-6A93-AB43ED356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Pull connectors: Meta Ads, Google Ads (OAuth + account mapping)</a:t>
            </a:r>
          </a:p>
          <a:p>
            <a:r>
              <a:rPr lang="en-IN"/>
              <a:t>Push connectors: Clevertap, MoEngage, WebEngage, KwikEngage, Bitespeed, Bik.ai, Wati, Spur</a:t>
            </a:r>
          </a:p>
          <a:p>
            <a:r>
              <a:rPr lang="en-IN"/>
              <a:t>Operational controls: run sync, cron sync, sync logs, retries</a:t>
            </a:r>
          </a:p>
          <a:p>
            <a:r>
              <a:rPr lang="en-IN"/>
              <a:t>Credential and health visibility in settings UI</a:t>
            </a:r>
          </a:p>
        </p:txBody>
      </p:sp>
    </p:spTree>
    <p:extLst>
      <p:ext uri="{BB962C8B-B14F-4D97-AF65-F5344CB8AC3E}">
        <p14:creationId xmlns:p14="http://schemas.microsoft.com/office/powerpoint/2010/main" val="4217439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DB99-41CB-D977-5786-3517E9D2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Alerts and Reliability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DAD46-195C-E6A8-42D8-FCC77827A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Anomaly detection for net cash, revenue, spend trend changes</a:t>
            </a:r>
          </a:p>
          <a:p>
            <a:r>
              <a:rPr lang="en-US"/>
              <a:t>Severity workflow: critical, warning, info</a:t>
            </a:r>
          </a:p>
          <a:p>
            <a:r>
              <a:rPr lang="en-US"/>
              <a:t>Rule controls: mute/unmute, enable/disable, read/unread</a:t>
            </a:r>
          </a:p>
          <a:p>
            <a:r>
              <a:rPr lang="en-US"/>
              <a:t>Recent sync runs with duration, counts, and error context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395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2FB9-B424-942B-31DA-C1D9087C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Security and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98800-F3E7-727A-46AC-B8CCA1A7A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Shopify session-authenticated embedded routes</a:t>
            </a:r>
          </a:p>
          <a:p>
            <a:r>
              <a:rPr lang="en-US"/>
              <a:t>API keys for ingestion and cron endpoints</a:t>
            </a:r>
          </a:p>
          <a:p>
            <a:r>
              <a:rPr lang="en-US"/>
              <a:t>Server-side secret handling for connector tokens</a:t>
            </a:r>
          </a:p>
          <a:p>
            <a:r>
              <a:rPr lang="en-US"/>
              <a:t>Production path: managed DB, observability, background job layer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084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22C9-9482-EB8C-A6D7-0F3C4406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Go-To-Market 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01A12-0D67-38A8-A7DC-F6356B161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Problem: brands optimize to misleading platform ROAS</a:t>
            </a:r>
          </a:p>
          <a:p>
            <a:r>
              <a:rPr lang="en-US"/>
              <a:t>Differentiator: net cash and real ROAS at campaign granularity</a:t>
            </a:r>
          </a:p>
          <a:p>
            <a:r>
              <a:rPr lang="en-US"/>
              <a:t>ICP: Shopify brands spending on paid channels</a:t>
            </a:r>
          </a:p>
          <a:p>
            <a:r>
              <a:rPr lang="en-US"/>
              <a:t>Packaging: Starter, Growth, Pro tiers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619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4D0D-696A-1351-1F2F-9960B97B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D2BB6-AD4F-BD35-32BB-4739BCA1A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Deep native connector coverage + token lifecycle hardening</a:t>
            </a:r>
          </a:p>
          <a:p>
            <a:r>
              <a:rPr lang="en-US"/>
              <a:t>Advanced causal/measurement models</a:t>
            </a:r>
          </a:p>
          <a:p>
            <a:r>
              <a:rPr lang="en-US"/>
              <a:t>Budget planning and scenario simulation</a:t>
            </a:r>
          </a:p>
          <a:p>
            <a:r>
              <a:rPr lang="en-US"/>
              <a:t>Team RBAC and white-label reporting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665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Netcash.ai Product Architecture</vt:lpstr>
      <vt:lpstr>Product Vision</vt:lpstr>
      <vt:lpstr>System Architecture</vt:lpstr>
      <vt:lpstr>Core Data Pipelines</vt:lpstr>
      <vt:lpstr>Analytics Engine</vt:lpstr>
      <vt:lpstr>Connector Platform</vt:lpstr>
      <vt:lpstr>Alerts and Reliability</vt:lpstr>
      <vt:lpstr>Security and Operations</vt:lpstr>
      <vt:lpstr>Go-To-Market Story</vt:lpstr>
      <vt:lpstr>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Bhatia</dc:creator>
  <cp:lastModifiedBy>Karan Bhatia</cp:lastModifiedBy>
  <cp:revision>1</cp:revision>
  <dcterms:created xsi:type="dcterms:W3CDTF">2026-02-18T15:02:44Z</dcterms:created>
  <dcterms:modified xsi:type="dcterms:W3CDTF">2026-02-18T15:02:44Z</dcterms:modified>
</cp:coreProperties>
</file>