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25F3-90E9-91C1-0303-2EE8F6AA9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776C5-D2A2-54B6-A993-ECB61CE16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15EDC-2AB5-7034-681E-A8F4AEB7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3C872-8289-9C67-85C1-13B9A076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9DA68-888E-C90D-A52F-07EC9FC4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03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9658-691E-56B9-6007-92F78C5D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3FFF-8CFA-F8BD-F93C-755D14037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123A-68F5-6B78-59BA-03D4161D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815B8-5AE9-3F8E-94C0-26D94F6E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6385D-0B23-40E4-A715-DA4F31C3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D9AD-B3AC-FD10-72ED-F86D9F2E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A247F-FAA4-A6F8-A47F-08EFE04E3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6B111-B50C-FF41-5CCF-0B646E58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3C70E-DBB3-7F0F-C704-7E06D8A4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4437B-2A75-D407-EC7A-82F59323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2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02E9-C546-536B-4A59-DF03CABF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77526-F706-4BA0-2187-63A3EEBF8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8027D-A614-E9FF-C76D-472F5FE73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E1A88-37C2-8E6F-7DE8-886DCB5D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17E01-976C-ECE0-799D-0BF61960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FB190-D345-83BD-FDEF-DA182869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7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4FB9-24E7-EA28-93AB-96A866C9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4E0EA-5275-8D49-2976-BD353A40A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F6F7F-BE6A-CFDC-0C1F-D9C7127E3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B7A70-5528-B653-59FF-7EC9C5091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FB4FD-C98D-3E62-3BE9-78D8288B9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E9D62-FDFC-248A-AAAA-663AC920B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386E8-4889-A77B-384A-5B040D22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D3088-C766-1629-98A3-BDF8CFAF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F8B8-06B6-CC36-1779-F611749E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0EB6-5715-8F57-390F-17BF386E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EAC72-D8DF-36AC-A460-99ED5869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6C06-24FF-6679-4722-9CF52D16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9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0671B-1EDE-3202-F732-2DD59B25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CA760D-088E-3E48-CDC2-3F6CC2C9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BFE3C-7E03-BB2E-C3B5-4C792095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61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B6B6-6ED9-852D-C11D-7E38E11D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3BF-04FB-A12B-3CED-A6DEA486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17C8A-C9E6-ED13-3C2A-71D51942E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85D35-A1FE-4AA5-3319-34D205CE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7FA6D-2F68-7601-6B23-C307F78C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1FC82-C730-1BAC-4467-664C1149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83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E5B4-5BF3-97BA-7C49-1C2BF41A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30E2E-E6BA-1928-3CEF-CC6237124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7BA9F-DAE2-B83E-A195-E7DC6571F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EDC52-FE35-E8BD-18DE-3C373A32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0A6FC-D3B7-29FD-BCFE-54AE6D5C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8E7DA-E886-81BE-4E02-ED4BB5DA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2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5EED-DB60-F46A-CC97-CB895E94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22314-3FDD-27C7-B1C6-7759C354C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13643-B344-485E-972E-ABF004D6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38B39-7F47-6B0A-4377-581F386B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261F-FA61-F6AC-E868-4F5A8C5A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0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55889-4AFE-4A97-0DDC-9DAF304AC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1EC81-7B4C-EFE4-16B9-9178F244F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FC7B-6CF8-6499-878D-BD5AB370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AC98-F6F0-FADB-638C-AAC9C91A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0F4F9-FBF9-8BB0-7D83-5C81B784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35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4DA7-5F26-12EA-1A93-18F7A11A6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5A40E-AA5D-D6ED-4137-FA449549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6FC3A-C4F5-E714-7184-B106441D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7605-499E-CBA9-8021-5E84DB14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5F14D-E51D-D4A8-EAA9-6C05D977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60917-9402-0D8A-CBAE-E13184D1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35860-9395-B59C-4292-C0D5E7A2E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64FB-DDF6-A84E-F6E9-7B04DD17E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56F1F-7D4E-4629-8A7B-6A53B323343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AE6D0-0439-EBE1-B604-6DBCCDABC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D62AC-5D0D-949E-7DBC-5D2B20687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E2F1C-4A0F-48B4-B312-0B2184388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22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C3C1-B9DC-6955-B652-0AFC19219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Netcash.ai Sales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8AA51-33CC-ED42-52F1-FE1C27671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Profit-First Growth Intelligence for Shopify Brands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486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EB5C-125F-F5E3-A380-E45F41D4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E2F2-A57D-1C6E-0F7F-38505FAE6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brands optimize to platform ROAS, not actual profitability</a:t>
            </a:r>
          </a:p>
          <a:p>
            <a:r>
              <a:rPr lang="en-US"/>
              <a:t>Hidden deductions (discounts, shipping, taxes, refunds) distort true performance</a:t>
            </a:r>
          </a:p>
          <a:p>
            <a:r>
              <a:rPr lang="en-US"/>
              <a:t>Teams cannot quickly answer: Which campaign really drove profitable orders?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92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5B5F-0C3C-0220-0630-F7A1A4497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Our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D2310-6F9C-7B59-5B00-3178F56EE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Netcash.ai unifies orders, campaign attribution, and ad spend</a:t>
            </a:r>
          </a:p>
          <a:p>
            <a:r>
              <a:rPr lang="en-US"/>
              <a:t>Shows Gross Revenue, Net Cash, Standard ROAS, and Real ROAS in one dashboard</a:t>
            </a:r>
          </a:p>
          <a:p>
            <a:r>
              <a:rPr lang="en-US"/>
              <a:t>Enables campaign-level decisions based on true contribution, not vanity metrics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73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7F36-4953-A69E-80D3-CCDE3001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Who We Serve (ICP)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2F8B-2C08-9E9D-6098-D6795B65E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Shopify D2C brands spending on Meta/Google and retention tools</a:t>
            </a:r>
          </a:p>
          <a:p>
            <a:r>
              <a:rPr lang="en-US"/>
              <a:t>Founders and performance teams managing profit pressure</a:t>
            </a:r>
          </a:p>
          <a:p>
            <a:r>
              <a:rPr lang="en-US"/>
              <a:t>Agencies running growth for multi-channel ecommerce stores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03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6485-E235-93B6-A570-230E2C7B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Outcomes for Customers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7B52-CCB7-A8EC-C7F3-E353BFA1B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Increase profitable spend allocation across campaigns</a:t>
            </a:r>
          </a:p>
          <a:p>
            <a:r>
              <a:rPr lang="en-US"/>
              <a:t>Identify loss-making channels and fix leakage faster</a:t>
            </a:r>
          </a:p>
          <a:p>
            <a:r>
              <a:rPr lang="en-US"/>
              <a:t>Improve net cash per order and contribution margins</a:t>
            </a:r>
          </a:p>
          <a:p>
            <a:r>
              <a:rPr lang="en-US"/>
              <a:t>Create a single source of truth for growth and finance teams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3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DB3B-D913-3446-AD8F-07AB534A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Feature Highlights (Buyer Language)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DBF0-9550-F7A9-14C9-653DA5E29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Real-ROAS dashboard with source and campaign drill-down</a:t>
            </a:r>
          </a:p>
          <a:p>
            <a:r>
              <a:rPr lang="en-US"/>
              <a:t>Order-level journey and line-item profitability visibility</a:t>
            </a:r>
          </a:p>
          <a:p>
            <a:r>
              <a:rPr lang="en-US"/>
              <a:t>Attribution models: Last click, First click, Linear, Time decay</a:t>
            </a:r>
          </a:p>
          <a:p>
            <a:r>
              <a:rPr lang="en-US"/>
              <a:t>Automated alerts for revenue, net cash, and spend anomalies</a:t>
            </a:r>
          </a:p>
          <a:p>
            <a:r>
              <a:rPr lang="en-US"/>
              <a:t>Connector hub for ads, CRM, and engagement stack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69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5FB0-E8B2-839F-A25E-B8FB964D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Integration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F99B8-86C3-CF34-DFDB-6FC06E3DF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Native Shopify embedded app experience</a:t>
            </a:r>
          </a:p>
          <a:p>
            <a:r>
              <a:rPr lang="en-IN"/>
              <a:t>Meta Ads + Google Ads pull connectors</a:t>
            </a:r>
          </a:p>
          <a:p>
            <a:r>
              <a:rPr lang="en-IN"/>
              <a:t>Push support for Clevertap, MoEngage, WebEngage, KwikEngage, Bitespeed, Bik.ai, Wati, Spur</a:t>
            </a:r>
          </a:p>
          <a:p>
            <a:r>
              <a:rPr lang="en-IN"/>
              <a:t>Secure API and cron sync for scalable operations</a:t>
            </a:r>
          </a:p>
        </p:txBody>
      </p:sp>
    </p:spTree>
    <p:extLst>
      <p:ext uri="{BB962C8B-B14F-4D97-AF65-F5344CB8AC3E}">
        <p14:creationId xmlns:p14="http://schemas.microsoft.com/office/powerpoint/2010/main" val="382988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7A73-CCD7-CA6B-98EB-CA255BBA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ROI Narrative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4D590-8C0B-6461-5955-62F284017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Reallocate 15-20% budget from low net-cash campaigns to high-yield campaigns</a:t>
            </a:r>
          </a:p>
          <a:p>
            <a:r>
              <a:rPr lang="en-US"/>
              <a:t>Result: higher net cash at same ad spend</a:t>
            </a:r>
          </a:p>
          <a:p>
            <a:r>
              <a:rPr lang="en-US"/>
              <a:t>Executive KPI: Net cash uplift and real ROAS improvement in 30-60 days</a:t>
            </a:r>
          </a:p>
          <a:p>
            <a:r>
              <a:rPr lang="en-US"/>
              <a:t>Secondary KPI: faster anomaly detection and reduced reporting cycles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4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D235-D00F-7C7D-B5AB-713068D9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Packaging and Pricing (Draft)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3729A-0005-DF47-C2EC-B2B4664A2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Starter: Core dashboard + manual spend + baseline attribution</a:t>
            </a:r>
          </a:p>
          <a:p>
            <a:r>
              <a:rPr lang="en-US"/>
              <a:t>Growth: Connectors + alerts + campaign analytics + exports</a:t>
            </a:r>
          </a:p>
          <a:p>
            <a:r>
              <a:rPr lang="en-US"/>
              <a:t>Pro: advanced attribution, incrementality, automations, premium support</a:t>
            </a:r>
          </a:p>
          <a:p>
            <a:r>
              <a:rPr lang="en-US"/>
              <a:t>Price strategy: platform fee + usage/connector add-ons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11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F079-BE82-EF81-5B30-7E77B257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Objection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6A29F-A7B6-B585-1D19-F6DD09A0D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"We already use ad platform dashboards" -&gt; We measure true net profitability across channels</a:t>
            </a:r>
          </a:p>
          <a:p>
            <a:r>
              <a:rPr lang="en-US"/>
              <a:t>"Attribution is messy" -&gt; We provide multiple models and transparent order-level mapping</a:t>
            </a:r>
          </a:p>
          <a:p>
            <a:r>
              <a:rPr lang="en-US"/>
              <a:t>"Setup may be hard" -&gt; Embedded Shopify flow + guided connector setup + cron automation</a:t>
            </a:r>
          </a:p>
          <a:p>
            <a:r>
              <a:rPr lang="en-US"/>
              <a:t>"Data trust?" -&gt; Source-level lineage with sync logs and health checks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44F6-02C1-B7B3-5A1F-927D08D2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Demo Flow (10 Minutes)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05CE8-511F-1F9A-90AC-65711AE46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Show KPI delta: gross vs net cash vs real ROAS</a:t>
            </a:r>
          </a:p>
          <a:p>
            <a:r>
              <a:rPr lang="en-US"/>
              <a:t>2) Open campaign view and compare profitable vs unprofitable campaigns</a:t>
            </a:r>
          </a:p>
          <a:p>
            <a:r>
              <a:rPr lang="en-US"/>
              <a:t>3) Drill into order-level journey and line items</a:t>
            </a:r>
          </a:p>
          <a:p>
            <a:r>
              <a:rPr lang="en-US"/>
              <a:t>4) Show connector hub and live sync controls</a:t>
            </a:r>
          </a:p>
          <a:p>
            <a:r>
              <a:rPr lang="en-US"/>
              <a:t>5) Show alerts center and actionability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83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67F4-C86F-2786-58DD-5694F4C8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Go-To-Market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C531-6FD2-9152-6FCB-737DF0489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1: Shopify app listing + founder-led sales</a:t>
            </a:r>
          </a:p>
          <a:p>
            <a:r>
              <a:rPr lang="en-US"/>
              <a:t>Phase 2: Agency partnerships + performance marketing communities</a:t>
            </a:r>
          </a:p>
          <a:p>
            <a:r>
              <a:rPr lang="en-US"/>
              <a:t>Phase 3: verticalized templates and benchmark reports</a:t>
            </a:r>
          </a:p>
          <a:p>
            <a:r>
              <a:rPr lang="en-US"/>
              <a:t>Success metric: paid conversion and retained MRR from profitable users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39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1909-F203-362D-0688-F7D03EB3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Call to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9525C-B32F-4BA1-D805-4C2110A72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Pilot offer: 14-day guided implementation</a:t>
            </a:r>
          </a:p>
          <a:p>
            <a:r>
              <a:rPr lang="en-US"/>
              <a:t>Deliverable: profitability baseline + campaign action plan</a:t>
            </a:r>
          </a:p>
          <a:p>
            <a:r>
              <a:rPr lang="en-US"/>
              <a:t>Target: measurable net cash uplift in first month</a:t>
            </a:r>
          </a:p>
          <a:p>
            <a:r>
              <a:rPr lang="en-US"/>
              <a:t>Next step: onboarding + connector activation + weekly review cadence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910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Netcash.ai Sales Deck</vt:lpstr>
      <vt:lpstr>The Problem</vt:lpstr>
      <vt:lpstr>Our Solution</vt:lpstr>
      <vt:lpstr>Who We Serve (ICP)</vt:lpstr>
      <vt:lpstr>Key Outcomes for Customers</vt:lpstr>
      <vt:lpstr>Feature Highlights (Buyer Language)</vt:lpstr>
      <vt:lpstr>Integration Story</vt:lpstr>
      <vt:lpstr>ROI Narrative</vt:lpstr>
      <vt:lpstr>Packaging and Pricing (Draft)</vt:lpstr>
      <vt:lpstr>Objection Handling</vt:lpstr>
      <vt:lpstr>Demo Flow (10 Minutes)</vt:lpstr>
      <vt:lpstr>Go-To-Market Plan</vt:lpstr>
      <vt:lpstr>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Bhatia</dc:creator>
  <cp:lastModifiedBy>Karan Bhatia</cp:lastModifiedBy>
  <cp:revision>1</cp:revision>
  <dcterms:created xsi:type="dcterms:W3CDTF">2026-02-18T15:06:02Z</dcterms:created>
  <dcterms:modified xsi:type="dcterms:W3CDTF">2026-02-18T15:06:02Z</dcterms:modified>
</cp:coreProperties>
</file>